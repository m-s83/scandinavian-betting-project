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698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05c662e-d7bc-41b4-9faa-16d8d206902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b87b053-9bac-4f2c-8e09-850d173664a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d6c9e0c-2905-4fc6-9af4-52b0c0ed264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c04a54a-22cb-40b9-9020-94919c314c7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de61ff4-1ec8-45fc-a738-767969a2a32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0326de8-d0a3-4032-b089-fba6cc71976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cf44e88-ab96-47e3-b591-1a9328493e8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045fc68-dde1-46b8-8015-8466d84a813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</Words>
  <Application>Microsoft Office PowerPoint</Application>
  <PresentationFormat>On-screen Show (16:9)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Smith</cp:lastModifiedBy>
  <cp:revision>1</cp:revision>
  <dcterms:created xsi:type="dcterms:W3CDTF">2025-12-11T14:42:52Z</dcterms:created>
  <dcterms:modified xsi:type="dcterms:W3CDTF">2025-12-11T14:46:23Z</dcterms:modified>
</cp:coreProperties>
</file>